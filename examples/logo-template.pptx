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42B4B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name="TextBox 4" id="4"/>
          <p:cNvSpPr txBox="true"/>
          <p:nvPr/>
        </p:nvSpPr>
        <p:spPr>
          <a:xfrm>
            <a:off x="406400" y="127000"/>
            <a:ext cx="381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GB"/>
              <a:t/>
            </a:r>
            <a:endParaRPr lang="en-US" sz="1100"/>
          </a:p>
          <a:p>
            <a:r>
              <a:rPr lang="en-US" sz="2000" b="true">
                <a:solidFill>
                  <a:srgbClr val="FFFFFF"/>
                </a:solidFill>
              </a:rPr>
              <a:t>SUMMIT &amp; 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