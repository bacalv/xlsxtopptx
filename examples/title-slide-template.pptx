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142B4B"/>
          </a:solidFill>
          <a:ln>
            <a:noFill/>
          </a:ln>
        </p:spPr>
      </p:sp>
      <p:sp>
        <p:nvSpPr>
          <p:cNvPr name="AutoShape 3" id="3"/>
          <p:cNvSpPr/>
          <p:nvPr/>
        </p:nvSpPr>
        <p:spPr>
          <a:xfrm>
            <a:off x="0" y="6807200"/>
            <a:ext cx="12192000" cy="50800"/>
          </a:xfrm>
          <a:prstGeom prst="rect">
            <a:avLst/>
          </a:prstGeom>
          <a:solidFill>
            <a:srgbClr val="C9A227"/>
          </a:solidFill>
          <a:ln>
            <a:noFill/>
          </a:ln>
        </p:spPr>
      </p:sp>
      <p:sp>
        <p:nvSpPr>
          <p:cNvPr name="TextBox 4" id="4"/>
          <p:cNvSpPr txBox="true"/>
          <p:nvPr/>
        </p:nvSpPr>
        <p:spPr>
          <a:xfrm>
            <a:off x="406400" y="127000"/>
            <a:ext cx="3810000" cy="4318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GB"/>
              <a:t/>
            </a:r>
            <a:endParaRPr lang="en-US" sz="1100"/>
          </a:p>
          <a:p>
            <a:r>
              <a:rPr lang="en-US" sz="2000" b="true">
                <a:solidFill>
                  <a:srgbClr val="FFFFFF"/>
                </a:solidFill>
              </a:rPr>
              <a:t>SUMMIT &amp; CO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2540000"/>
            <a:ext cx="10668000" cy="101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GB"/>
              <a:t/>
            </a:r>
            <a:endParaRPr lang="en-US" sz="1100"/>
          </a:p>
          <a:p>
            <a:pPr algn="ctr"/>
            <a:r>
              <a:rPr lang="en-US" sz="4000" b="true">
                <a:solidFill>
                  <a:srgbClr val="142B4B"/>
                </a:solidFill>
              </a:rPr>
              <a:t>Team Offsite Budget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762000" y="36830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GB"/>
              <a:t/>
            </a:r>
            <a:endParaRPr lang="en-US" sz="1100"/>
          </a:p>
          <a:p>
            <a:pPr algn="ctr"/>
            <a:r>
              <a:rPr lang="en-US" sz="2000" b="false">
                <a:solidFill>
                  <a:srgbClr val="808080"/>
                </a:solidFill>
              </a:rPr>
              <a:t>Q3 2026 Planning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