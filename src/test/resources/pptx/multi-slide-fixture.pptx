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>
            <a:off x="127000" y="127000"/>
            <a:ext cx="3810000" cy="508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GB"/>
              <a:t/>
            </a:r>
          </a:p>
          <a:p>
            <a:r>
              <a:rPr lang="en-US"/>
              <a:t>Slide Zero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>
            <a:off x="127000" y="127000"/>
            <a:ext cx="3810000" cy="508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GB"/>
              <a:t/>
            </a:r>
          </a:p>
          <a:p>
            <a:r>
              <a:rPr lang="en-US"/>
              <a:t>Slide One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>
            <a:off x="127000" y="127000"/>
            <a:ext cx="3810000" cy="508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GB"/>
              <a:t/>
            </a:r>
          </a:p>
          <a:p>
            <a:r>
              <a:rPr lang="en-US"/>
              <a:t>Slide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