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D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304800" y="6477000"/>
            <a:ext cx="203200" cy="203200"/>
          </a:xfrm>
          <a:prstGeom prst="ellipse">
            <a:avLst/>
          </a:prstGeom>
          <a:solidFill>
            <a:srgbClr val="1F2D5A"/>
          </a:solidFill>
          <a:ln>
            <a:noFill/>
          </a:ln>
        </p:spPr>
      </p:sp>
      <p:sp>
        <p:nvSpPr>
          <p:cNvPr name="TextBox 3" id="3"/>
          <p:cNvSpPr txBox="true"/>
          <p:nvPr/>
        </p:nvSpPr>
        <p:spPr>
          <a:xfrm>
            <a:off x="584200" y="6451600"/>
            <a:ext cx="2540000" cy="254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GB"/>
              <a:t/>
            </a:r>
            <a:endParaRPr lang="en-US" sz="1100"/>
          </a:p>
          <a:p>
            <a:r>
              <a:rPr lang="en-US" sz="1000" b="true">
                <a:solidFill>
                  <a:srgbClr val="1F2D5A"/>
                </a:solidFill>
              </a:rPr>
              <a:t>Acme Co.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